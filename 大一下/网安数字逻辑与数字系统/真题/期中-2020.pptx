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39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951EF-32D3-4BBC-B014-AE9753A3109B}" type="datetimeFigureOut">
              <a:rPr lang="zh-CN" altLang="en-US" smtClean="0"/>
              <a:t>2020-11-13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92156-75F3-42E8-88D5-A4BDCC14DC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71546"/>
            <a:ext cx="8317500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14348" y="500042"/>
            <a:ext cx="7370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Part </a:t>
            </a:r>
            <a:r>
              <a:rPr lang="en-US" dirty="0"/>
              <a:t>I</a:t>
            </a:r>
            <a:r>
              <a:rPr lang="en-US" b="1" dirty="0"/>
              <a:t>  ( 40% ) </a:t>
            </a:r>
            <a:r>
              <a:rPr lang="zh-CN" altLang="en-US" b="1" dirty="0"/>
              <a:t>（第</a:t>
            </a:r>
            <a:r>
              <a:rPr lang="en-US" b="1" dirty="0"/>
              <a:t>1</a:t>
            </a:r>
            <a:r>
              <a:rPr lang="zh-CN" altLang="en-US" b="1" dirty="0"/>
              <a:t>题至第</a:t>
            </a:r>
            <a:r>
              <a:rPr lang="en-US" b="1" dirty="0"/>
              <a:t>5</a:t>
            </a:r>
            <a:r>
              <a:rPr lang="zh-CN" altLang="en-US" b="1" dirty="0"/>
              <a:t>题，每空</a:t>
            </a:r>
            <a:r>
              <a:rPr lang="en-US" b="1" dirty="0"/>
              <a:t>2</a:t>
            </a:r>
            <a:r>
              <a:rPr lang="zh-CN" altLang="en-US" b="1" dirty="0"/>
              <a:t>分；第</a:t>
            </a:r>
            <a:r>
              <a:rPr lang="en-US" b="1" dirty="0"/>
              <a:t>6</a:t>
            </a:r>
            <a:r>
              <a:rPr lang="zh-CN" altLang="en-US" b="1" dirty="0"/>
              <a:t>题至第</a:t>
            </a:r>
            <a:r>
              <a:rPr lang="en-US" b="1" dirty="0"/>
              <a:t>8</a:t>
            </a:r>
            <a:r>
              <a:rPr lang="zh-CN" altLang="en-US" b="1" dirty="0"/>
              <a:t>题，每题</a:t>
            </a:r>
            <a:r>
              <a:rPr lang="en-US" b="1" dirty="0"/>
              <a:t>8</a:t>
            </a:r>
            <a:r>
              <a:rPr lang="zh-CN" altLang="en-US" b="1" dirty="0"/>
              <a:t>分）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428604"/>
            <a:ext cx="6215106" cy="5814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000108"/>
            <a:ext cx="7451294" cy="5293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071538" y="428604"/>
            <a:ext cx="383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Part </a:t>
            </a:r>
            <a:r>
              <a:rPr lang="en-US" b="1" dirty="0"/>
              <a:t>II  (30% ) </a:t>
            </a:r>
            <a:r>
              <a:rPr lang="zh-CN" altLang="en-US" b="1" dirty="0"/>
              <a:t>（每题</a:t>
            </a:r>
            <a:r>
              <a:rPr lang="en-US" b="1" dirty="0"/>
              <a:t>15</a:t>
            </a:r>
            <a:r>
              <a:rPr lang="zh-CN" altLang="en-US" b="1" dirty="0"/>
              <a:t>分，共</a:t>
            </a:r>
            <a:r>
              <a:rPr lang="en-US" b="1" dirty="0"/>
              <a:t>30</a:t>
            </a:r>
            <a:r>
              <a:rPr lang="zh-CN" altLang="en-US" b="1" dirty="0"/>
              <a:t>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0100" y="500042"/>
            <a:ext cx="3900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Part III  </a:t>
            </a:r>
            <a:r>
              <a:rPr lang="en-US" b="1" dirty="0"/>
              <a:t>(30% ) </a:t>
            </a:r>
            <a:r>
              <a:rPr lang="zh-CN" altLang="en-US" b="1" dirty="0"/>
              <a:t>（每题</a:t>
            </a:r>
            <a:r>
              <a:rPr lang="en-US" b="1" dirty="0"/>
              <a:t>15</a:t>
            </a:r>
            <a:r>
              <a:rPr lang="zh-CN" altLang="en-US" b="1" dirty="0"/>
              <a:t>分，共</a:t>
            </a:r>
            <a:r>
              <a:rPr lang="en-US" b="1" dirty="0"/>
              <a:t>30</a:t>
            </a:r>
            <a:r>
              <a:rPr lang="zh-CN" altLang="en-US" b="1" dirty="0"/>
              <a:t>分）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066346"/>
            <a:ext cx="7870660" cy="500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</Words>
  <Application>Microsoft Office PowerPoint</Application>
  <PresentationFormat>全屏显示(4:3)</PresentationFormat>
  <Paragraphs>3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幻灯片 1</vt:lpstr>
      <vt:lpstr>幻灯片 2</vt:lpstr>
      <vt:lpstr>幻灯片 3</vt:lpstr>
      <vt:lpstr>幻灯片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ThinKPad</dc:creator>
  <cp:lastModifiedBy>ThinKPad</cp:lastModifiedBy>
  <cp:revision>1</cp:revision>
  <dcterms:created xsi:type="dcterms:W3CDTF">2020-11-13T06:56:04Z</dcterms:created>
  <dcterms:modified xsi:type="dcterms:W3CDTF">2020-11-13T07:03:07Z</dcterms:modified>
</cp:coreProperties>
</file>